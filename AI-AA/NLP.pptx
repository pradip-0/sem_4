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Natural Language Processing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algn="just"/>
            <a:r>
              <a:rPr lang="en-IN" dirty="0" smtClean="0"/>
              <a:t>Language meant for communicating about the world.</a:t>
            </a:r>
          </a:p>
          <a:p>
            <a:pPr algn="just"/>
            <a:r>
              <a:rPr lang="en-IN" dirty="0" smtClean="0"/>
              <a:t>Aim is to build a computational model of the language for achieving this.</a:t>
            </a:r>
          </a:p>
          <a:p>
            <a:pPr algn="just"/>
            <a:r>
              <a:rPr lang="en-IN" dirty="0" smtClean="0"/>
              <a:t>For this knowledge about the world in combination with linguistic facts is used.</a:t>
            </a:r>
          </a:p>
          <a:p>
            <a:pPr algn="just"/>
            <a:r>
              <a:rPr lang="en-IN" dirty="0" smtClean="0"/>
              <a:t>Difficult to analyze languages.</a:t>
            </a:r>
          </a:p>
          <a:p>
            <a:pPr algn="just"/>
            <a:r>
              <a:rPr lang="en-IN" dirty="0" smtClean="0"/>
              <a:t>These difficulties, on the other hand make languages so powerful. 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472552"/>
            <a:ext cx="8229600" cy="583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algn="just"/>
            <a:r>
              <a:rPr lang="en-IN" dirty="0" smtClean="0"/>
              <a:t>Largest part of human linguistic communication occurs as speech.</a:t>
            </a:r>
          </a:p>
          <a:p>
            <a:pPr algn="just"/>
            <a:r>
              <a:rPr lang="en-IN" dirty="0" smtClean="0"/>
              <a:t>Processing written language is easier than processing speech.</a:t>
            </a:r>
          </a:p>
          <a:p>
            <a:pPr algn="just"/>
            <a:r>
              <a:rPr lang="en-IN" dirty="0" smtClean="0"/>
              <a:t>To build a program that that understands spoken language, we need all the facilities of written language understanding as well as enough additional knowledge to handle noise and ambiguities of the audio signal.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algn="just"/>
            <a:r>
              <a:rPr lang="en-IN" dirty="0" smtClean="0"/>
              <a:t>Understanding is the process of mapping from an input form into a more immediately useful form.</a:t>
            </a:r>
          </a:p>
          <a:p>
            <a:pPr algn="just"/>
            <a:r>
              <a:rPr lang="en-IN" dirty="0" smtClean="0"/>
              <a:t>We think of language as a pair (source language, target representation), together with a mapping between elements of each to the other.</a:t>
            </a:r>
          </a:p>
          <a:p>
            <a:pPr algn="just"/>
            <a:r>
              <a:rPr lang="en-IN" dirty="0" smtClean="0"/>
              <a:t>Thus understanding a piece of language involves mapping it into some representation appropriate to a particular situation.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 in the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4000" u="sng" dirty="0" smtClean="0"/>
              <a:t>Morphological Analysis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Individual words are analyzed into their components and non token words like punctuations, are separated from the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4000" u="sng" dirty="0" smtClean="0"/>
              <a:t>Syntactic analysis</a:t>
            </a:r>
          </a:p>
          <a:p>
            <a:r>
              <a:rPr lang="en-IN" dirty="0" smtClean="0"/>
              <a:t>Linear sequences of words are transformed into structures that show how the words relate to each other. </a:t>
            </a:r>
          </a:p>
          <a:p>
            <a:r>
              <a:rPr lang="en-IN" dirty="0" smtClean="0"/>
              <a:t>Some sentences may be rejected if they violate language rules for how words may be combined.</a:t>
            </a:r>
          </a:p>
          <a:p>
            <a:r>
              <a:rPr lang="en-IN" dirty="0" smtClean="0"/>
              <a:t>English syntax analyzer would reject “Boy the go the to store”.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IN" sz="4000" u="sng" dirty="0" smtClean="0"/>
              <a:t>Semantic Analysis</a:t>
            </a:r>
          </a:p>
          <a:p>
            <a:pPr algn="just"/>
            <a:r>
              <a:rPr lang="en-IN" dirty="0" smtClean="0"/>
              <a:t>The structures created by syntactic analyzer are assigned meanings. </a:t>
            </a:r>
          </a:p>
          <a:p>
            <a:pPr algn="just"/>
            <a:r>
              <a:rPr lang="en-IN" dirty="0" smtClean="0"/>
              <a:t>Thus a mapping is created between syntactic structures and objects in the task domain.</a:t>
            </a:r>
          </a:p>
          <a:p>
            <a:pPr algn="just"/>
            <a:r>
              <a:rPr lang="en-IN" dirty="0" smtClean="0"/>
              <a:t> Structures for which no mapping is possible is rejected. </a:t>
            </a:r>
          </a:p>
          <a:p>
            <a:pPr algn="just"/>
            <a:r>
              <a:rPr lang="en-IN" dirty="0" smtClean="0"/>
              <a:t>Example: “Colourless green ideas sleep furiously” is syntactically anomalous.</a:t>
            </a:r>
          </a:p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ctr">
              <a:buNone/>
            </a:pPr>
            <a:r>
              <a:rPr lang="en-IN" sz="4000" u="sng" dirty="0" smtClean="0"/>
              <a:t>Discourse Integration</a:t>
            </a:r>
          </a:p>
          <a:p>
            <a:pPr algn="just"/>
            <a:r>
              <a:rPr lang="en-IN" dirty="0" smtClean="0"/>
              <a:t>The meaning of individual sentences may depend on sentences that precede it and may influence the meaning of sentences that follow it.</a:t>
            </a:r>
          </a:p>
          <a:p>
            <a:pPr algn="just"/>
            <a:r>
              <a:rPr lang="en-IN" dirty="0" smtClean="0"/>
              <a:t>For example the word “it” in the sentence “John wanted it” depends on the prior discourse content.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algn="ctr">
              <a:buNone/>
            </a:pPr>
            <a:r>
              <a:rPr lang="en-IN" sz="4000" u="sng" dirty="0" smtClean="0"/>
              <a:t>Pragmatic Analysis</a:t>
            </a:r>
          </a:p>
          <a:p>
            <a:pPr algn="just"/>
            <a:r>
              <a:rPr lang="en-IN" dirty="0" smtClean="0"/>
              <a:t>The structure representing what was said is reinterpreted to determine what was actually meant.</a:t>
            </a:r>
          </a:p>
          <a:p>
            <a:pPr algn="just"/>
            <a:r>
              <a:rPr lang="en-IN" dirty="0" smtClean="0"/>
              <a:t>The sentence “ Do you know what time it is?” may be interpreted as a request to know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IN" dirty="0" smtClean="0"/>
              <a:t>The boundaries between these 5 phases is often very fuzzy.</a:t>
            </a:r>
          </a:p>
          <a:p>
            <a:r>
              <a:rPr lang="en-IN" dirty="0" smtClean="0"/>
              <a:t>They may be performed in a sequence or they are performed all in once.</a:t>
            </a:r>
          </a:p>
          <a:p>
            <a:r>
              <a:rPr lang="en-IN" dirty="0" smtClean="0"/>
              <a:t>Two ways of decomposing a program: The process and the knowledge required to perform the task and the global control structure that is imposed on those process.</a:t>
            </a:r>
          </a:p>
          <a:p>
            <a:r>
              <a:rPr lang="en-IN" dirty="0" smtClean="0"/>
              <a:t> Here we focus on the first of these issues.</a:t>
            </a:r>
          </a:p>
          <a:p>
            <a:r>
              <a:rPr lang="en-IN" dirty="0" smtClean="0"/>
              <a:t>Example: I want to print Bill’s .init file.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Morphological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Pull apart the word “Bill’s” into the proper noun “Bill” and the possessive suffix “s”.</a:t>
            </a:r>
          </a:p>
          <a:p>
            <a:pPr algn="just"/>
            <a:r>
              <a:rPr lang="en-IN" dirty="0" smtClean="0"/>
              <a:t>Recognize the sequence “.init” as a file extension that is functioning as an adjective in the sentence.</a:t>
            </a:r>
          </a:p>
          <a:p>
            <a:pPr algn="just"/>
            <a:r>
              <a:rPr lang="en-IN" dirty="0" smtClean="0"/>
              <a:t>This process will usually assign syntactic categories to all the words in the sentence.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Syntactic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Syntactic analysis must exploit the results of morphological analysis to build a structural description of the sentence. </a:t>
            </a:r>
          </a:p>
          <a:p>
            <a:pPr algn="just"/>
            <a:r>
              <a:rPr lang="en-IN" dirty="0" smtClean="0"/>
              <a:t>Parsing: sentences are mapped into structures that defines the units that defines the units.</a:t>
            </a:r>
          </a:p>
          <a:p>
            <a:pPr algn="just"/>
            <a:r>
              <a:rPr lang="en-IN" dirty="0" smtClean="0"/>
              <a:t>A set of entities are created called Reference Markers(RM) are defined to provide a place in which information about entities are to be inserted later.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81212" y="986631"/>
            <a:ext cx="498157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Semantic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It must map individual words into appropriate objects in the knowledge base or database.</a:t>
            </a:r>
          </a:p>
          <a:p>
            <a:pPr algn="just"/>
            <a:r>
              <a:rPr lang="en-IN" dirty="0" smtClean="0"/>
              <a:t>It must create the correct structures to correspond to the way the meanings of the individual words combine with each other.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81200" y="609600"/>
            <a:ext cx="5410199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04987" y="762000"/>
            <a:ext cx="5534025" cy="5101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Discourse Integration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Aim is to pin down the  specific individuals being referred to like “I” or “Bill”.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Pragmatic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To decide what to do with the result. </a:t>
            </a:r>
          </a:p>
          <a:p>
            <a:pPr algn="just"/>
            <a:r>
              <a:rPr lang="en-IN" dirty="0" smtClean="0"/>
              <a:t>Some sentences are declarative whereas some are commanding.</a:t>
            </a:r>
          </a:p>
          <a:p>
            <a:pPr algn="just"/>
            <a:r>
              <a:rPr lang="en-IN" dirty="0" smtClean="0"/>
              <a:t>For second type of sentences (Including this example) it is necessary to translate from knowledge base representation to a command to be executed by the system.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14562" y="2005806"/>
            <a:ext cx="471487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691</Words>
  <Application>Microsoft Office PowerPoint</Application>
  <PresentationFormat>On-screen Show (4:3)</PresentationFormat>
  <Paragraphs>54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Natural Language Processing</vt:lpstr>
      <vt:lpstr>Slide 2</vt:lpstr>
      <vt:lpstr>Slide 3</vt:lpstr>
      <vt:lpstr>Slide 4</vt:lpstr>
      <vt:lpstr>Slide 5</vt:lpstr>
      <vt:lpstr>Steps in the process</vt:lpstr>
      <vt:lpstr>Slide 7</vt:lpstr>
      <vt:lpstr>Slide 8</vt:lpstr>
      <vt:lpstr>Slide 9</vt:lpstr>
      <vt:lpstr>Slide 10</vt:lpstr>
      <vt:lpstr>Slide 11</vt:lpstr>
      <vt:lpstr>Morphological Analysis</vt:lpstr>
      <vt:lpstr>Syntactic Analysis</vt:lpstr>
      <vt:lpstr>Slide 14</vt:lpstr>
      <vt:lpstr>Semantic Analysis</vt:lpstr>
      <vt:lpstr>Slide 16</vt:lpstr>
      <vt:lpstr>Slide 17</vt:lpstr>
      <vt:lpstr>Discourse Integration</vt:lpstr>
      <vt:lpstr>Pragmatic Analysis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creator>Admin</dc:creator>
  <cp:lastModifiedBy>Windows User</cp:lastModifiedBy>
  <cp:revision>27</cp:revision>
  <dcterms:created xsi:type="dcterms:W3CDTF">2006-08-16T00:00:00Z</dcterms:created>
  <dcterms:modified xsi:type="dcterms:W3CDTF">2021-04-14T06:21:47Z</dcterms:modified>
</cp:coreProperties>
</file>